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2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7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amana29/MODIS-Satellite-Data-Fire-Classification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534678" y="2911151"/>
            <a:ext cx="716817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Deforestration (Fire Classification)</a:t>
            </a:r>
          </a:p>
          <a:p>
            <a:pPr algn="r"/>
            <a:endParaRPr lang="en-US" sz="3600" b="1" dirty="0">
              <a:solidFill>
                <a:schemeClr val="bg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GAMANA CHIRUMAMILLA</a:t>
            </a:r>
          </a:p>
          <a:p>
            <a:pPr algn="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2320040075</a:t>
            </a:r>
          </a:p>
          <a:p>
            <a:pPr algn="r"/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INTERNSHIP_175040797468551b2636342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BD3530AF-9771-470E-A9BF-F28AA22753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419" y="868863"/>
            <a:ext cx="1263157" cy="41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B60D0-8B1F-0DCA-8D45-831A5EE2C074}"/>
              </a:ext>
            </a:extLst>
          </p:cNvPr>
          <p:cNvSpPr txBox="1"/>
          <p:nvPr/>
        </p:nvSpPr>
        <p:spPr>
          <a:xfrm>
            <a:off x="126733" y="1520889"/>
            <a:ext cx="7309765" cy="4319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Understood how MODIS satellite data helps in tracking and identifying different types of fire events across India.</a:t>
            </a:r>
            <a:r>
              <a:rPr lang="en-IN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Learned how to clean and prepare large satellite datasets for further analysis and modeling.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Explored fire data using visualizations to identify trends over time and across different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Applied machine learning algorithms to classify fire types based on important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Created interactive maps to visualize and better understand fire patterns geographically.</a:t>
            </a:r>
            <a:endParaRPr lang="en-IN" sz="2000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>
                <a:solidFill>
                  <a:srgbClr val="213163"/>
                </a:solidFill>
              </a:rPr>
              <a:t>ools and Technology used 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3A9EF2D-DC47-BCA6-1E6B-EDD0864D01F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2924" y="2071075"/>
            <a:ext cx="568917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Tools &amp; Technologies I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Python for all coding and analysis tasks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Google Colab to run and test my code online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VS Code for writing and organizing my scripts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2DD317C7-C928-E1FB-3747-9DE9BC261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361" y="3942937"/>
            <a:ext cx="1013054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Libraries I Worked With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sklearn – used it to apply different machine learning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pandas and numpy – handled data cleaning and numerical operations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matplotlib and seaborn – created graphs and plots for better understanding of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folium – helped me map the fire locations interactively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joblib – used to save my trained models for reuse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8B97BD-9027-46C4-89DB-35B3F8D7CAB4}"/>
              </a:ext>
            </a:extLst>
          </p:cNvPr>
          <p:cNvSpPr txBox="1"/>
          <p:nvPr/>
        </p:nvSpPr>
        <p:spPr>
          <a:xfrm>
            <a:off x="1565311" y="1940767"/>
            <a:ext cx="930485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Data Collection</a:t>
            </a:r>
            <a:br>
              <a:rPr lang="en-US" sz="1800" dirty="0"/>
            </a:br>
            <a:r>
              <a:rPr lang="en-US" sz="1800" dirty="0"/>
              <a:t>Took MODIS fire data for India from 2021 to 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Data Preprocessing</a:t>
            </a:r>
            <a:br>
              <a:rPr lang="en-US" sz="1800" dirty="0"/>
            </a:br>
            <a:r>
              <a:rPr lang="en-US" sz="1800" dirty="0"/>
              <a:t>Removed missing values, handled outliers, and filtered important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EDA (Exploratory Data Analysis)</a:t>
            </a:r>
            <a:br>
              <a:rPr lang="en-US" sz="1800" dirty="0"/>
            </a:br>
            <a:r>
              <a:rPr lang="en-US" sz="1800" dirty="0"/>
              <a:t>Used graphs and plots to understand how fires are spread over time and places.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Model Selection</a:t>
            </a:r>
            <a:br>
              <a:rPr lang="en-US" sz="1800" dirty="0"/>
            </a:br>
            <a:r>
              <a:rPr lang="en-US" sz="1800" dirty="0"/>
              <a:t>Tried different ML models and picked the one that gave the best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Deployment</a:t>
            </a:r>
            <a:br>
              <a:rPr lang="en-US" sz="1800" dirty="0"/>
            </a:br>
            <a:r>
              <a:rPr lang="en-US" sz="1800" dirty="0"/>
              <a:t>Used Python to build a simple interface and deployed the final model for real use.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D87D4-40ED-9137-236E-159349625E1A}"/>
              </a:ext>
            </a:extLst>
          </p:cNvPr>
          <p:cNvSpPr txBox="1"/>
          <p:nvPr/>
        </p:nvSpPr>
        <p:spPr>
          <a:xfrm>
            <a:off x="1063690" y="2400812"/>
            <a:ext cx="9881119" cy="2872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In recent years, different types of fires like crop burning, forest fires, and industrial fires have caused serious environmental issues.</a:t>
            </a:r>
          </a:p>
          <a:p>
            <a:endParaRPr lang="en-US" sz="1800" dirty="0"/>
          </a:p>
          <a:p>
            <a:r>
              <a:rPr lang="en-US" sz="1800" dirty="0"/>
              <a:t>Even though satellite data (like MODIS) helps detect fire locations, there’s no proper system to classify the type of fire early.</a:t>
            </a:r>
          </a:p>
          <a:p>
            <a:endParaRPr lang="en-US" sz="1800" dirty="0"/>
          </a:p>
          <a:p>
            <a:r>
              <a:rPr lang="en-US" sz="1800" dirty="0"/>
              <a:t>For example, farmers burning crops, offshore vegetation fires, or static fires in factories — all need different types of responses.</a:t>
            </a:r>
          </a:p>
          <a:p>
            <a:endParaRPr lang="en-US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E3F00C-98FE-CF2D-A847-61C5BCEDA2AB}"/>
              </a:ext>
            </a:extLst>
          </p:cNvPr>
          <p:cNvSpPr txBox="1"/>
          <p:nvPr/>
        </p:nvSpPr>
        <p:spPr>
          <a:xfrm>
            <a:off x="1015482" y="1819296"/>
            <a:ext cx="9246636" cy="411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 used satellite data to understand and analyze different fire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Converted the data into a proper dataset with selected features and target labels.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Performed scaling and applied SMOTE to balance the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Trained a </a:t>
            </a:r>
            <a:r>
              <a:rPr lang="en-US" b="1" dirty="0"/>
              <a:t>Random Forest Classifier</a:t>
            </a:r>
            <a:r>
              <a:rPr lang="en-US" dirty="0"/>
              <a:t>, which gave me around </a:t>
            </a:r>
            <a:r>
              <a:rPr lang="en-US" b="1" dirty="0"/>
              <a:t>95.04%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model worked well without overfitting or underfitting.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 deployed it locally to test the predictions using real values.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GitHub Repo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https://github.com/gamana29/MODIS-Satellite-Data-Fire-Classification</a:t>
            </a:r>
            <a:br>
              <a:rPr lang="en-IN" dirty="0"/>
            </a:b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9CBAF-2A98-3412-B56D-675F9C9D5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712" y="2090058"/>
            <a:ext cx="8380575" cy="4437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B6D555-B252-CFF8-AF21-B0B4287ED00D}"/>
              </a:ext>
            </a:extLst>
          </p:cNvPr>
          <p:cNvSpPr txBox="1"/>
          <p:nvPr/>
        </p:nvSpPr>
        <p:spPr>
          <a:xfrm>
            <a:off x="255104" y="1642188"/>
            <a:ext cx="383791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1) Installed and Updated Libraries </a:t>
            </a:r>
          </a:p>
        </p:txBody>
      </p:sp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2353-732C-CDE9-7CF1-BFBD2A810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0DDAEA-BE70-ABCD-D2D2-D4D28EFF8CE0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94AF3-5B59-04F1-ACE3-1ED3EE1C20C7}"/>
              </a:ext>
            </a:extLst>
          </p:cNvPr>
          <p:cNvSpPr txBox="1"/>
          <p:nvPr/>
        </p:nvSpPr>
        <p:spPr>
          <a:xfrm>
            <a:off x="255104" y="1642188"/>
            <a:ext cx="6583854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2) Dataset : MODIS Sensor Satellite Data from 2021 to 2023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DBE671-28F2-67EC-535B-E95912E3D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54" y="2125534"/>
            <a:ext cx="8430452" cy="448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07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F3411-AC86-5A33-21B1-AB56335C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B7953D-E9FB-887C-3240-E19F7460E2B0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7E0213-CCD0-1634-6499-91C74D3B5466}"/>
              </a:ext>
            </a:extLst>
          </p:cNvPr>
          <p:cNvSpPr txBox="1"/>
          <p:nvPr/>
        </p:nvSpPr>
        <p:spPr>
          <a:xfrm>
            <a:off x="255104" y="1642188"/>
            <a:ext cx="407836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3)Pushing Files using Git commands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2D629-1F67-282B-9E03-9BCDB517F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302" y="2132783"/>
            <a:ext cx="8546840" cy="451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23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9435-00CB-CA2C-4A44-42CBEF00F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88035F-CEAA-5011-1684-871D068EC626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F6498-78FC-A20F-4BB6-FBEA6DFFA872}"/>
              </a:ext>
            </a:extLst>
          </p:cNvPr>
          <p:cNvSpPr txBox="1"/>
          <p:nvPr/>
        </p:nvSpPr>
        <p:spPr>
          <a:xfrm>
            <a:off x="255104" y="1642188"/>
            <a:ext cx="2521844" cy="954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4)Streamlit app Model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D6765E-0248-A544-4C37-1D8F630A9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641" y="2194862"/>
            <a:ext cx="8602824" cy="413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9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</a:t>
            </a:r>
            <a:r>
              <a:rPr lang="en-IN" sz="1800" b="1" dirty="0">
                <a:solidFill>
                  <a:srgbClr val="213163"/>
                </a:solidFill>
              </a:rPr>
              <a:t>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92945-8DDF-7C66-7F39-93AF69DE1CAB}"/>
              </a:ext>
            </a:extLst>
          </p:cNvPr>
          <p:cNvSpPr txBox="1"/>
          <p:nvPr/>
        </p:nvSpPr>
        <p:spPr>
          <a:xfrm>
            <a:off x="1091680" y="1786802"/>
            <a:ext cx="91999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collected and cleaned satellite data to classify different fire types.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a Random Forest model and achieved around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95.04% accuracy.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data imbalance using SMOTE and applied scaling.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the model locally and it worked quite well in predictions.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C7BAF5-D6A6-1C99-A1C1-38018E8D9278}"/>
              </a:ext>
            </a:extLst>
          </p:cNvPr>
          <p:cNvSpPr txBox="1"/>
          <p:nvPr/>
        </p:nvSpPr>
        <p:spPr>
          <a:xfrm>
            <a:off x="149493" y="3314902"/>
            <a:ext cx="61022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Future Scope &amp; Improvements:</a:t>
            </a:r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15165C-9A38-DC15-7497-D2565F32426A}"/>
              </a:ext>
            </a:extLst>
          </p:cNvPr>
          <p:cNvSpPr txBox="1"/>
          <p:nvPr/>
        </p:nvSpPr>
        <p:spPr>
          <a:xfrm>
            <a:off x="1091679" y="4124334"/>
            <a:ext cx="1022635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 and include more recent data from different regions.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the model by trying out advanced algorithms.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simple user interface to make it easy to use.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alert system to notify users or authorities.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Aim for better accuracy, especially for rare fire types.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145</TotalTime>
  <Words>594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GAMANA CHIRUMAMILLA</cp:lastModifiedBy>
  <cp:revision>7</cp:revision>
  <dcterms:created xsi:type="dcterms:W3CDTF">2024-12-31T09:40:01Z</dcterms:created>
  <dcterms:modified xsi:type="dcterms:W3CDTF">2025-08-03T12:39:17Z</dcterms:modified>
</cp:coreProperties>
</file>